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3566160"/>
            <a:ext cx="3291840" cy="3291840"/>
          </a:xfrm>
          <a:prstGeom prst="rect">
            <a:avLst/>
          </a:prstGeom>
          <a:solidFill>
            <a:srgbClr val="00D4B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846320"/>
            <a:ext cx="2011680" cy="2011680"/>
          </a:xfrm>
          <a:prstGeom prst="ellipse">
            <a:avLst/>
          </a:prstGeom>
          <a:solidFill>
            <a:srgbClr val="00D4B8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188720"/>
            <a:ext cx="1691640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Research Agent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answers </a:t>
            </a:r>
            <a:pPr indent="0" marL="0">
              <a:buNone/>
            </a:pPr>
            <a:r>
              <a:rPr lang="en-US" sz="2400" i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peer-reviewed sepsis literature.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pipeline + ReAct agent that retrieves, cites, and visually highlights the exact passages it used to answer.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Mixed-audience pitch  •  6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drown in literature. LLMs hallucinate.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is a global killer, the evidence base is exploding, and generic AI assistants are too risky for clinical use because they invent sources.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6052" y="274320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6052" y="2743200"/>
            <a:ext cx="3611880" cy="109728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7" name="Text 5"/>
          <p:cNvSpPr/>
          <p:nvPr/>
        </p:nvSpPr>
        <p:spPr>
          <a:xfrm>
            <a:off x="690372" y="31089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90372" y="4526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sepsis-related deaths globally each year (Lancet, 2020)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4820" y="274320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4820" y="2743200"/>
            <a:ext cx="3611880" cy="109728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11" name="Text 9"/>
          <p:cNvSpPr/>
          <p:nvPr/>
        </p:nvSpPr>
        <p:spPr>
          <a:xfrm>
            <a:off x="4549140" y="31089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549140" y="4526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global deaths are linked to sepsis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3588" y="274320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3588" y="2743200"/>
            <a:ext cx="3611880" cy="1097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8407908" y="31089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8407908" y="4526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your AI assistant cite a real study?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and clinicians need answers they can trust — and verify in seconds.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agent that only speaks from the source.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8745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Citation-locked answers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8872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the model emits is paired with a [N] citation back to a specific chunk.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9923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9535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grounding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88720" y="336499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draw bounding boxes on the original PDF page so reviewers see the exact source.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7822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0325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corpus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188720" y="444398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only from your indexed papers — no open-web hallucination.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57216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5111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188720" y="552297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as FastAPI: index, query, list, delete — wire it into any frontend.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949440" y="1874520"/>
            <a:ext cx="45720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223760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7315200" y="2743200"/>
            <a:ext cx="3840480" cy="59436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9" name="Text 13"/>
          <p:cNvSpPr/>
          <p:nvPr/>
        </p:nvSpPr>
        <p:spPr>
          <a:xfrm>
            <a:off x="7315200" y="2743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PDFs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70848" y="3392424"/>
            <a:ext cx="329184" cy="32918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315200" y="3703320"/>
            <a:ext cx="3840480" cy="594360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22" name="Text 15"/>
          <p:cNvSpPr/>
          <p:nvPr/>
        </p:nvSpPr>
        <p:spPr>
          <a:xfrm>
            <a:off x="731520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Chunks + Images</a:t>
            </a:r>
            <a:endParaRPr lang="en-US" sz="16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070848" y="4352544"/>
            <a:ext cx="329184" cy="32918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315200" y="4663440"/>
            <a:ext cx="3840480" cy="59436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25" name="Text 17"/>
          <p:cNvSpPr/>
          <p:nvPr/>
        </p:nvSpPr>
        <p:spPr>
          <a:xfrm>
            <a:off x="7315200" y="46634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Qdrant Vectors</a:t>
            </a:r>
            <a:endParaRPr lang="en-US" sz="16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9070848" y="5312664"/>
            <a:ext cx="329184" cy="32918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315200" y="5623560"/>
            <a:ext cx="3840480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8" name="Text 19"/>
          <p:cNvSpPr/>
          <p:nvPr/>
        </p:nvSpPr>
        <p:spPr>
          <a:xfrm>
            <a:off x="7315200" y="5623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Cited Answer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trustworthy answer.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34340" y="178308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" y="1783080"/>
            <a:ext cx="109728" cy="4572000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6" name="Text 4"/>
          <p:cNvSpPr/>
          <p:nvPr/>
        </p:nvSpPr>
        <p:spPr>
          <a:xfrm>
            <a:off x="258318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945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45820" y="3410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DoclingDocument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5820" y="3886200"/>
            <a:ext cx="2788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" y="40233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converts every PDF, captures pages + figures at 2× scale.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summarises, extracts metadata, and describes each image.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are embedded with text-embedding-3-small (1536-dim) into Qdrant.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74820" y="178308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4820" y="1783080"/>
            <a:ext cx="109728" cy="4572000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14" name="Text 11"/>
          <p:cNvSpPr/>
          <p:nvPr/>
        </p:nvSpPr>
        <p:spPr>
          <a:xfrm>
            <a:off x="642366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19456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8630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686300" y="3410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→ cited markdown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86300" y="3886200"/>
            <a:ext cx="2788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86300" y="40233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 returns the top 3 most relevant chunks.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are sorted, [N]-numbered, and rendered as structured context.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are drawn on the original PDF page for every citation.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115300" y="178308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15300" y="1783080"/>
            <a:ext cx="109728" cy="4572000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22" name="Text 18"/>
          <p:cNvSpPr/>
          <p:nvPr/>
        </p:nvSpPr>
        <p:spPr>
          <a:xfrm>
            <a:off x="102641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194560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2678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8526780" y="3410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ReAct + memory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526780" y="3886200"/>
            <a:ext cx="2788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526780" y="40233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search_literature — semantic Q&amp;A across the corpus (1× per turn).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get_study_index — bird's-eye view of every indexed paper.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get_paper_markdown — full-text deep-dive on a specific study.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PDF dump to cited, visual answer.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035040" cy="45720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97880" y="1975104"/>
            <a:ext cx="164592" cy="16459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6099048" y="1975104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6300216" y="1975104"/>
            <a:ext cx="164592" cy="164592"/>
          </a:xfrm>
          <a:prstGeom prst="ellipse">
            <a:avLst/>
          </a:prstGeom>
          <a:solidFill>
            <a:srgbClr val="00D4B8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606040"/>
            <a:ext cx="5303520" cy="6858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606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it important to test Sepsis-3 outside high-income countries?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474720"/>
            <a:ext cx="5303520" cy="169164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5204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Sepsis-3 was originally validated in high-income ICUs </a:t>
            </a:r>
            <a:pPr indent="0" marL="0">
              <a:buNone/>
            </a:pPr>
            <a:r>
              <a:rPr lang="en-US" sz="13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External validation in a Brazilian cohort showed it predicted ICU mortality with comparable AUC </a:t>
            </a:r>
            <a:pPr indent="0" marL="0">
              <a:buNone/>
            </a:pPr>
            <a:r>
              <a:rPr lang="en-US" sz="13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supporting global applicability.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5349240"/>
            <a:ext cx="5303520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394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Seymour et al., 2016 — JAMA, p.3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Besen et al., 2016 — Critical Care, p.5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4088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love it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37744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98080" y="23317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98080" y="26609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bbox-grounded on the source page.</a:t>
            </a:r>
            <a:endParaRPr lang="en-US" sz="11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12724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0" y="30815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498080" y="3410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per session_id.</a:t>
            </a:r>
            <a:endParaRPr lang="en-US" sz="11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87705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498080" y="38313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49808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/chat, /index, /documents, /entries.</a:t>
            </a:r>
            <a:endParaRPr lang="en-US" sz="11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626864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0" y="45811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498080" y="49103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Re-indexing skips DOIs already on file.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040880" y="53766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040880" y="5724144"/>
            <a:ext cx="6903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040880" y="5724144"/>
            <a:ext cx="69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804404" y="5724144"/>
            <a:ext cx="6126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804404" y="572414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8490204" y="5724144"/>
            <a:ext cx="6126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490204" y="572414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176004" y="5724144"/>
            <a:ext cx="8458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176004" y="5724144"/>
            <a:ext cx="84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10094976" y="5724144"/>
            <a:ext cx="6903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094976" y="5724144"/>
            <a:ext cx="69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0D4B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3520440" cy="2743200"/>
          </a:xfrm>
          <a:prstGeom prst="rect">
            <a:avLst/>
          </a:prstGeom>
          <a:solidFill>
            <a:srgbClr val="13284F"/>
          </a:solidFill>
          <a:ln w="12700">
            <a:solidFill>
              <a:srgbClr val="1F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31720"/>
            <a:ext cx="1188720" cy="384048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shipped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34747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sepsis papers indexed, FastAPI + visual grounding live.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3520440" cy="2743200"/>
          </a:xfrm>
          <a:prstGeom prst="rect">
            <a:avLst/>
          </a:prstGeom>
          <a:solidFill>
            <a:srgbClr val="13284F"/>
          </a:solidFill>
          <a:ln w="12700">
            <a:solidFill>
              <a:srgbClr val="1F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2331720"/>
            <a:ext cx="1188720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92040" y="34747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Citation-faithfulness benchmarks; clinician-in-the-loop scoring.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66760" y="2011680"/>
            <a:ext cx="3520440" cy="2743200"/>
          </a:xfrm>
          <a:prstGeom prst="rect">
            <a:avLst/>
          </a:prstGeom>
          <a:solidFill>
            <a:srgbClr val="13284F"/>
          </a:solidFill>
          <a:ln w="12700">
            <a:solidFill>
              <a:srgbClr val="1F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331720"/>
            <a:ext cx="1188720" cy="3840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Speciality kits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0" y="34747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corpora for cardiology, oncology, paediatrics.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983480"/>
            <a:ext cx="10607040" cy="1280160"/>
          </a:xfrm>
          <a:prstGeom prst="rect">
            <a:avLst/>
          </a:prstGeom>
          <a:solidFill>
            <a:srgbClr val="00D4B8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148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54864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partners with curated PDF corpora, clinician reviewers for our eval harness, and feedback on what specialty we should ship next.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Sepsis Research Agent — Pitch</dc:title>
  <dc:subject>PptxGenJS Presentation</dc:subject>
  <dc:creator>Sepsis Research Agent</dc:creator>
  <cp:lastModifiedBy>Sepsis Research Agent</cp:lastModifiedBy>
  <cp:revision>1</cp:revision>
  <dcterms:created xsi:type="dcterms:W3CDTF">2026-05-07T23:18:55Z</dcterms:created>
  <dcterms:modified xsi:type="dcterms:W3CDTF">2026-05-07T23:18:55Z</dcterms:modified>
</cp:coreProperties>
</file>